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e14b12bb-c5c1-04c6-9b77-ab79fe4ab0c2}">
          <p14:sldIdLst>
            <p14:sldId id="256"/>
            <p14:sldId id="257"/>
            <p14:sldId id="258"/>
          </p14:sldIdLst>
        </p14:section>
        <p14:section name="workflow.py" id="{e86cdc5c-95d4-a784-99d1-789334acdec4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rompts.py" id="{71464930-f32d-a879-e66a-a89843b0bdae}">
          <p14:sldIdLst>
            <p14:sldId id="266"/>
          </p14:sldIdLst>
        </p14:section>
        <p14:section name="나머지 파일과 데모" id="{3756f789-65e5-ffc4-ae82-7b6ce5bd3b09}">
          <p14:sldIdLst>
            <p14:sldId id="267"/>
            <p14:sldId id="268"/>
          </p14:sldIdLst>
        </p14:section>
        <p14:section name="수정·제출 가이드" id="{4984fee6-c4b0-f99b-c78f-257b73326ee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우리 조 제출물을 구성하는 파일 다섯 가지가 각각 무슨 역할을 하는지 설명드리겠습니다. 다 듣고 나면 "이걸 바꾸려면 어느 파일 어디를 고치면 되는지" 각자 알 수 있게 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조가 만든 건 teams/team3 폴더 안의 파일들입니다. 핵심은 workflow.py 와 prompts.py 두 개이고, requirements.txt 와 README.md 는 제출 양식 파일입니다. inbox 는 비교할 소스를 넣는 폴더이고, screenshots 폴더는 실행 캡처를 넣으려고 앞으로 만들어야 합니다. 맨 아래 app 폴더는 대회 측이 모든 조에 공통으로 준 것이라 우리는 가져다 쓰기만 하고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질문과 소스를 주면 workflow.py 가 정해진 순서대로 노드를 실행합니다. 이때 파일을 읽고 수정 전후를 비교하는 일은 파이썬이 직접 계산하고, 리뷰 문장을 쓰는 일만 사내 LLM 에게 맡깁니다. LLM 에게 무엇을 어떤 형식으로 쓰라고 할지는 prompts.py 에 들어 있고, workflow.py 가 그 문구를 가져다 씁니다. 파란색은 파이썬, 주황색은 LLM 이라고 기억해 주세요. 뒤 슬라이드에서도 같은 색을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workflow.py 는 길어 보이지만 구역이 나뉘어 있어서 필요한 곳만 보면 됩니다. 절반 이상이 ②소스 받기와 ③분석 도구인데, 이 부분은 LLM 을 쓰지 않는 순수 파이썬입니다. 실제 그래프의 모양은 ⑤노드와 ⑥그래프 조립 부분에 있습니다. 디버깅할 때는 ⑦처럼 터미널에서 workflow.py 를 바로 실행하면 노드마다 무엇을 만들었는지 출력됩니다. 줄 번호는 현재 버전 기준이라 수정하면 조금씩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질문은 analyze_request 로 들어와서 load_sources 를 거칩니다. 그다음 route_after_load 함수가 네 갈래 중 하나를 고릅니다. 이전 답변에 이어지는 질문이면 answer_follow_up, 파일이 두 개면 compute_diff 로 diff 를 계산한 뒤 review_changes 가 리뷰를 씁니다. 파일이 하나이고 설명 요청이면 explain_source, 파일이 부족하면 request_files 가 무엇이 빠졌는지 안내합니다. 오른쪽 끝 노드들은 모두 답변을 만들고 끝납니다. 파란 상자 두 개는 LLM 을 부르지 않는 파이썬 노드라 결과가 항상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노드는 workflow.py 안의 함수와 1대1로 대응합니다. 예를 들어 review_changes 노드가 이상한 답을 내면 workflow.py 의 review_changes 함수와 prompts.py 의 REVIEW_CHANGES_SYSTEM 두 곳을 보면 됩니다. analyze_request 는 긴 코드를 그대로 보내지 않고 "코드 블록 N줄" 로 줄여서 LLM 에 보내기 때문에 입력이 짧고 안정적입니다. 실행 화면 아래쪽 배지에 이 함수 이름들이 순서대로 찍히니까 캡처할 때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에서 노드끼리는 State 라는 딕셔너리 하나를 주고받습니다. 공용으로 받은 user_input, messages, answer 세 칸에 우리 조가 칸을 더해서 SourceState 를 만들었습니다. 노드 함수는 State 를 읽고, 바꾸고 싶은 칸만 딕셔너리로 돌려주면 됩니다. 예를 들어 compute_diff 는 before 와 after 를 읽어서 diff_text 와 risk_hints 를 채우고, review_changes 는 그걸 읽어서 answer 를 채웁니다. 새 정보를 노드 사이에 넘기고 싶으면 여기에 칸을 하나 추가하면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공용 채팅 화면에 파일 첨부 기능이 있는지 확실하지 않아서, 어떤 방식으로 줘도 받을 수 있게 입구를 다섯 개 만들었습니다. 모두 load_sources 한 노드에서 처리하기 때문에 입구가 늘어나도 다른 노드는 고칠 필요가 없습니다. 시연 때는 ③번 inbox 방식이 가장 편합니다. 수정 전 파일 이름 끝에 _old 를 붙여서 같은 폴더에 넣어 두고 수정 후 파일 이름만 말하면 짝을 자동으로 찾습니다. 사내 소스는 CP949 로 저장된 경우가 많아서 인코딩도 자동으로 처리하게 했습니다. 공용 앱이 첨부 파일을 state 의 files 나 attachments 로 넘겨주면 그것도 받을 수 있게 입구를 미리 만들어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핵심 아이디어입니다. 두 파일을 통째로 LLM 에 주고 뭐가 바뀌었냐고 물으면, 바뀐 줄을 놓치거나 행 번호를 틀리게 말합니다. 그래서 파이썬 표준 라이브러리 difflib 으로 바뀐 부분만 정확히 뽑고, 모든 줄에 수정 전 행 번호와 수정 후 행 번호를 붙여서 넘깁니다. 파일이 아무리 길어도 바뀐 부분만 넘기니까 사내 LLM 입력 길이 안에 들어갑니다. 오른쪽은 MES 에서 사고로 이어지기 쉬운 변경을 정규식으로 미리 찾는 기능입니다. 정규식은 오탐이 있을 수 있어서 의심 목록으로만 넘기고, 최종 판단은 LLM 이 코드를 보고 합니다. 사내 코딩 규칙을 추가하고 싶으면 workflow.py 의 ADDED_RULES, REMOVED_RULES 에 한 줄씩 넣으면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workflow.py 맨 위에 설정값을 모아 두었습니다. 코드를 깊이 몰라도 여기 숫자만 바꾸면 동작을 조절할 수 있습니다. 사내 LLM 의 입력 길이 제한을 아직 모르기 때문에, 처음 돌렸을 때 입력이 너무 길다는 오류가 나면 MAX_DIFF_CHARS 와 MAX_SOURCE_CHARS 를 줄이면 됩니다. TEAM_INFO 에 있는 이름·설명·예시 질문은 공용 화면에서 우리 조를 소개할 때 쓰이는 값이라, README 맨 위 예시 질문과 항상 같게 맞춰야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prompts.py 는 LLM 에게 주는 지시문만 모아 둔 파일입니다. LLM 노드 다섯 개가 각자 하나씩 쓰고, COMMON_RULES 는 리뷰, 설명, 이어지는 질문 세 노드의 지시문 끝에 공통으로 붙습니다. 핵심은 "코드에 없는 것을 지어내지 말고, 근거를 말할 때는 행 번호를 같이 적어라" 입니다. 답변 형식이나 말투가 마음에 안 들면 workflow.py 는 건드리지 말고 이 파일의 문구만 고쳐서 다시 돌려 보면 됩니다. 다만 README 2장에 최종 프롬프트를 그대로 붙여 넣어야 하므로, 문구를 고치면 README 도 같이 고쳐 주세요. 고치기 전 문구와 그때 나온 이상한 출력을 기록해 두면 README 의 '개선 전 후' 표를 채울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requirements.txt 는 위쪽 공용 구역은 절대 고치지 않고, 아래 조별 구역에만 추가합니다. 우리 조는 diff 계산을 파이썬 기본 라이브러리로 해서 추가할 패키지가 없습니다. README.md 는 실제로 평가받는 문서입니다. 1장의 다이어그램과 표는 workflow.py 와 반드시 일치해야 하니, 노드를 바꾸면 README 1장도 같이 고쳐야 합니다. inbox 폴더에는 시연용 C# 소스 두 개가 들어 있고, 실제 업무 소스로 테스트할 때도 같은 규칙으로 넣으면 됩니다. 사내 소스를 넣을 때는 보안 규정에 맞는 범위에서만 써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inbox 의 데모 소스는 Lot Track-In 처리 코드이고, 설비 Recipe 확인 기능을 추가하는 상황을 가정했습니다. 그 과정에서 실제로 자주 나오는 실수 네 가지를 일부러 넣었습니다. 가장 중요한 건 Hold 체크가 지워진 것과 catch 에서 throw 가 빠진 것입니다. 파이썬 자동 점검은 이 네 가지를 모두 잡는 것을 확인했고, 시연 때는 "LotTrackIn.cs 수정 전후 비교해줘" 한 줄로 리뷰가 이걸 찾아내는 모습을 보여주면 됩니다. 이어서 "Hold 체크 지운 거 어떻게 고쳐?" 라고 물으면 이어지는 질문 노드까지 보여줄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내용을 실무용으로 정리한 표입니다. 대부분의 개선은 prompts.py 문구 수정이나 workflow.py 위쪽 설정값 수정으로 끝납니다. 사내 코딩 규칙, 예를 들어 "트랜잭션 안에서 외부 호출 금지" 같은 걸 넣고 싶으면 ADDED_RULES 에 심각도, 정규식, 설명을 한 줄 추가하면 자동 점검에 바로 반영됩니다. 회색 두 줄은 README 에도 같은 내용이 있어서 반드시 함께 고쳐야 합니다. README 템플릿에 다이어그램이 실제 코드와 반드시 일치해야 한다고 적혀 있으니 특히 노드를 바꿀 때 주의해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제출 전에 남은 일입니다. 코드는 가짜 LLM 응답으로 모든 경로를 시험해 봤지만, 사내 LLM 으로는 아직 돌려보지 않았습니다. 그래서 첫 번째 할 일이 실제 실행과 캡처입니다. 실행해 보면서 이상하게 나온 답변을 기록해 두면 README 2장의 개선 전후 표를 바로 채울 수 있습니다. 담당자는 이 자리에서 정해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972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F0A35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C9D1DC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0"/>
                </a:solidFill>
              </a:rPr>
              <a:t>3조 MES 소스 리뷰 선배봇 · 파일별 역할 설명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">
    <p:bg>
      <p:bgPr>
        <a:solidFill>
          <a:srgbClr val="EC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0"/>
                </a:solidFill>
              </a:rPr>
              <a:t>3조 MES 소스 리뷰 선배봇 · 파일별 역할 설명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F0A35E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8"/>
                </a:solidFill>
              </a:rPr>
              <a:t>3조 MES 소스 리뷰 선배봇 · 파일별 역할 설명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A35E"/>
                </a:solidFill>
              </a:rPr>
              <a:t>사내 LLM 경진 · 3조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MES 소스 리뷰 선배봇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1DC"/>
                </a:solidFill>
              </a:rPr>
              <a:t>프로젝트 파일별 역할 설명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668780" cy="457200"/>
          </a:xfrm>
          <a:prstGeom prst="roundRect">
            <a:avLst>
              <a:gd name="adj" fmla="val 16000"/>
            </a:avLst>
          </a:prstGeom>
          <a:solidFill>
            <a:srgbClr val="24314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54580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4314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4580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prompts.py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6220" y="434340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4314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46220" y="4343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23660" y="4343400"/>
            <a:ext cx="1440180" cy="457200"/>
          </a:xfrm>
          <a:prstGeom prst="roundRect">
            <a:avLst>
              <a:gd name="adj" fmla="val 16000"/>
            </a:avLst>
          </a:prstGeom>
          <a:solidFill>
            <a:srgbClr val="24314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43434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43434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4314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inbox/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한눈에 보기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프로젝트 폴더 구성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550213"/>
                <a:gridCol w="754420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teams/team3/workflow.py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에이전트 본체: 노드 7개, 그래프 연결, 소스 받기·diff 계산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teams/team3/prompts.py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 노드 5개에 주는 지시문과 공통 규칙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teams/team3/requirements.txt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필요한 파이썬 패키지 목록 (우리 조 추가 패키지 없음)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teams/team3/README.md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제출 문서: 설계 설명, 프롬프트 개선 과정, 실행 결과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teams/team3/inbox/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비교할 소스를 넣는 폴더 (데모 소스 2개 포함)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teams/team3/screenshots/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실행 캡처 case1~3.png 를 넣을 폴더 (아직 없음)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app/ (공용)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대회 측 제공 State·LLM 연결. 가져다 쓰기만 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한눈에 보기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파일들이 함께 일하는 방식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질문 하나가 처리되는 흐름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293544" cy="1325880"/>
          </a:xfrm>
          <a:prstGeom prst="roundRect">
            <a:avLst>
              <a:gd name="adj" fmla="val 689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762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① 사용자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192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질문 + 소스 (붙여넣기 또는 파일명)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9344" y="2555748"/>
            <a:ext cx="365760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2264" y="2011680"/>
            <a:ext cx="2293544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21762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② workflow.py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578608"/>
            <a:ext cx="192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노드를 순서대로 실행. 파일 읽기와 diff 는 직접 계산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2968" y="2555748"/>
            <a:ext cx="365760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5888" y="2011680"/>
            <a:ext cx="2293544" cy="1325880"/>
          </a:xfrm>
          <a:prstGeom prst="roundRect">
            <a:avLst>
              <a:gd name="adj" fmla="val 6897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98768" y="21762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③ 사내 LLM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578608"/>
            <a:ext cx="192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지시문 + 정리된 코드를 받아 리뷰 작성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46591" y="2555748"/>
            <a:ext cx="365760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9511" y="2011680"/>
            <a:ext cx="2293544" cy="1325880"/>
          </a:xfrm>
          <a:prstGeom prst="roundRect">
            <a:avLst>
              <a:gd name="adj" fmla="val 689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32391" y="2176272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④ 답변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532391" y="2578608"/>
            <a:ext cx="192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변경 리뷰 · 소스 설명 · 파일 요청 안내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57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workflow.py 가 가져다 쓰는 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515258" cy="1097280"/>
          </a:xfrm>
          <a:prstGeom prst="roundRect">
            <a:avLst>
              <a:gd name="adj" fmla="val 833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prompts.py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617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LLM 에게 줄 지시문 (LLM 노드마다 하나)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38218" y="4069080"/>
            <a:ext cx="3515258" cy="1097280"/>
          </a:xfrm>
          <a:prstGeom prst="roundRect">
            <a:avLst>
              <a:gd name="adj" fmla="val 833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6818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inbox/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66818" y="4617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파일명으로 요청할 때 읽는 소스 폴더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27797" y="4069080"/>
            <a:ext cx="3515258" cy="1097280"/>
          </a:xfrm>
          <a:prstGeom prst="roundRect">
            <a:avLst>
              <a:gd name="adj" fmla="val 833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6397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app/ (공용)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4617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State 기본형과 사내 LLM 연결 함수 get_llm()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796줄은 7개 구역으로 나뉩니다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1331330"/>
                <a:gridCol w="710042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구역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① 설정값 · 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52–89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TEAM_INFO(화면 이름·예시 질문), MAX_* 설정값, SourceState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② 소스 받기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90–306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 블록·구분선·inbox·이전 대화에서 소스를 모아 전/후 짝 맞추기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③ 분석 도구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307–531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언어 판별, 함수 찾기, diff 계산, 위험 패턴 점검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④ LLM 호출 도우미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532–557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_ask(): 지시문 + 이전 대화 + 입력으로 LLM 을 한 번 호출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⑤ 노드 7개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558–711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그래프의 각 단계 함수 (다음 장에서 설명)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⑥ 그래프 조립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712–746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build_graph(): 노드와 엣지(연결선)를 이어 그래프 완성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⑦ 터미널 실행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747–796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workflow.py "질문" 으로 화면 없이 바로 실행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파란 줄(②③)은 정확히 계산하는 파이썬 코드, 주황 줄(④)은 LLM 에게 해석을 맡기는 통로입니다.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그래프 구조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노드 7개, 갈림길은 한 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095500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2800" y="20955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파이썬 (LLM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24480" y="2095500"/>
            <a:ext cx="18288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24480" y="20955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호출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603500"/>
            <a:ext cx="482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load_sources 다음에 route_after_load() 가 오른쪽 네 갈래 중 하나를 고릅니다.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44800" y="3810000"/>
            <a:ext cx="5080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84800" y="381000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67400" y="2317750"/>
            <a:ext cx="0" cy="149225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67400" y="231775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84800" y="381000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67400" y="3333750"/>
            <a:ext cx="0" cy="47625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400" y="333375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84800" y="381000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67400" y="3810000"/>
            <a:ext cx="0" cy="53975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67400" y="434975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84800" y="381000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67400" y="3810000"/>
            <a:ext cx="0" cy="155575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7400" y="5365750"/>
            <a:ext cx="48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45500" y="3333750"/>
            <a:ext cx="6350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2800" y="3460750"/>
            <a:ext cx="2032000" cy="698500"/>
          </a:xfrm>
          <a:prstGeom prst="roundRect">
            <a:avLst>
              <a:gd name="adj" fmla="val 10473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9960" y="3460750"/>
            <a:ext cx="17576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analyze_request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요청 분석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52800" y="3460750"/>
            <a:ext cx="2032000" cy="698500"/>
          </a:xfrm>
          <a:prstGeom prst="roundRect">
            <a:avLst>
              <a:gd name="adj" fmla="val 10473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9960" y="3460750"/>
            <a:ext cx="17576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load_sources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소스 받기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0000" y="1968500"/>
            <a:ext cx="2095500" cy="698500"/>
          </a:xfrm>
          <a:prstGeom prst="roundRect">
            <a:avLst>
              <a:gd name="adj" fmla="val 10473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87160" y="1968500"/>
            <a:ext cx="18211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answer_follow_up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이어지는 질문일 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0000" y="2984500"/>
            <a:ext cx="2095500" cy="698500"/>
          </a:xfrm>
          <a:prstGeom prst="roundRect">
            <a:avLst>
              <a:gd name="adj" fmla="val 10473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87160" y="2984500"/>
            <a:ext cx="18211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compute_diff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파일 2개 · diff 계산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80500" y="2984500"/>
            <a:ext cx="2298700" cy="698500"/>
          </a:xfrm>
          <a:prstGeom prst="roundRect">
            <a:avLst>
              <a:gd name="adj" fmla="val 10473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17660" y="2984500"/>
            <a:ext cx="20243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review_changes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변경 리뷰 작성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0000" y="4000500"/>
            <a:ext cx="2095500" cy="698500"/>
          </a:xfrm>
          <a:prstGeom prst="roundRect">
            <a:avLst>
              <a:gd name="adj" fmla="val 10473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87160" y="4000500"/>
            <a:ext cx="18211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explain_source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파일 1개 · 소스 설명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0000" y="5016500"/>
            <a:ext cx="2095500" cy="698500"/>
          </a:xfrm>
          <a:prstGeom prst="roundRect">
            <a:avLst>
              <a:gd name="adj" fmla="val 10473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87160" y="5016500"/>
            <a:ext cx="18211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request_files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파일 부족 · 방법 안내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노드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노드마다 하는 일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1442274"/>
                <a:gridCol w="687853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노드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종류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하는 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analyze_request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비교 · 설명 · 이어지는 질문을 구분하고 파일명, 중점 관점 추출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load_sources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파이썬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5가지 입구에서 소스를 모아 수정 전/후 짝 맞추기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compute_diff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파이썬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행 번호가 붙은 diff, 바뀐 함수, 위험 의심 목록 계산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review_changes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변경 내역, MES 영향, 위험 포인트, 테스트 체크리스트 작성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explain_source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파일 1개의 처리 흐름, 다루는 테이블, 주의할 부분 설명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request_files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파일이 부족할 때 빠진 것과 소스를 주는 방법 안내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answer_follow_up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이전 대화에서 소스를 다시 찾아 근거로 추가 질문에 답변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노드 하나 = 파이썬 함수 하나. 함수 이름이 곧 화면에 보이는 실행 노드 배지 이름입니다.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SourceState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State 는 노드들의 공유 메모장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각 노드는 필요한 칸을 읽고, 자기가 맡은 칸만 채워서 다음 노드에 넘깁니다.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10048" cy="1874520"/>
          </a:xfrm>
          <a:prstGeom prst="roundRect">
            <a:avLst>
              <a:gd name="adj" fmla="val 4878"/>
            </a:avLst>
          </a:prstGeom>
          <a:solidFill>
            <a:srgbClr val="ECE9E1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0428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공용 제공 (app/)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user_input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이번 질문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messages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이전 대화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최종 답변 (답변 노드가 채움)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2103120"/>
            <a:ext cx="5410048" cy="1874520"/>
          </a:xfrm>
          <a:prstGeom prst="roundRect">
            <a:avLst>
              <a:gd name="adj" fmla="val 4878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30428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analyze_request 가 채움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78892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intent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새 요청 / 이어지는 질문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task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비교(compare) / 설명(explain)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file_names, focus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파일명, 중점 관점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10048" cy="1874520"/>
          </a:xfrm>
          <a:prstGeom prst="roundRect">
            <a:avLst>
              <a:gd name="adj" fmla="val 4878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0740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load_sources 가 채움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920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before, after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수정 전/후 소스 (이름·코드·언어)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source_status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pair(2개) / single(1개) / none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source_notes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파일을 못 찾음 같은 문제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4206240"/>
            <a:ext cx="5410048" cy="1874520"/>
          </a:xfrm>
          <a:prstGeom prst="roundRect">
            <a:avLst>
              <a:gd name="adj" fmla="val 4878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440740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compute_diff 가 채움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48920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diff_text, diff_stats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행 번호 diff 와 통계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changed_funcs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바뀐 함수 이름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risk_hints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· 위험 의심 지점 (심각도 + 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load_sources (파일 받기)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소스는 다섯 가지 입구로 받습니다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①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코드 블록 붙여넣기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``` 블록 2개, 블록 앞에 "수정 전" / "수정 후" 표시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구분선으로 붙여넣기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26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--- 수정 전 --- 아래 코드, --- 수정 후 --- 아래 코드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③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inbox 폴더 + 파일명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"LotTrackIn.cs 비교해줘" 하면 _old 파일과 자동으로 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④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두 번에 나눠 보내기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663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이번에 수정 전, 다음 메시지에 수정 후 (이전 대화에서 다시 찾음)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66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터미널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532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workflow.py --before a_old.cs --after a.cs "질문"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691640"/>
            <a:ext cx="4327855" cy="2194560"/>
          </a:xfrm>
          <a:prstGeom prst="roundRect">
            <a:avLst>
              <a:gd name="adj" fmla="val 416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89280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수정 전/후 판단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350008"/>
            <a:ext cx="3779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표시를 먼저 봄: 수정 전·후, before·after, AS-IS·TO-BE, _old·_new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표시가 없으면 먼저 받은 쪽이 수정 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inbox 파일은 더 오래된 파일이 수정 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4114800"/>
            <a:ext cx="4327855" cy="1508760"/>
          </a:xfrm>
          <a:prstGeom prst="roundRect">
            <a:avLst>
              <a:gd name="adj" fmla="val 6061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43159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안전장치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773168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CP949(EUC-KR) 소스도 자동으로 읽음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inbox 는 1MB 이하, 파일 이름으로만 접근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compute_diff (비교 계산)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어디가 바뀌었는지는 코드가 계산합니다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LLM 이 받는 diff (데모 소스 일부)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@@ 변경 2 · TrackIn · 수정 전 20~44행 → 수정 후 22~48행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7665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48640"/>
                <a:gridCol w="548640"/>
                <a:gridCol w="5257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전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후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코드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(lot == null)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(lot["HOLD_FLAG"].ToString() == "Y")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throw new MesException("LOT_ON_HOLD")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(lot["LOT_STATE"].ToString() != "WAIT")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CheckRecipe(eqpId, lot["RECIPE_ID"]);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Thread.Sleep(500);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983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- 삭제 · + 추가 · 모든 줄에 행 번호가 붙어 있어 LLM 이 "수정 후 45행" 처럼 정확히 인용합니다.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600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위험 패턴 자동 점검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05740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높음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35000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Hold·상태 체크 삭제, throw 삭제, 빈 catch, WHERE 없는 UPDATE/DELETE, 트랜잭션 변경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2186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중간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51129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Sleep 추가, SELECT *, null 체크·lock 삭제, IP 하드코딩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151376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낮음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4443984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디버그 출력, TODO 주석, 로그 삭제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946904"/>
            <a:ext cx="3962095" cy="731520"/>
          </a:xfrm>
          <a:prstGeom prst="roundRect">
            <a:avLst>
              <a:gd name="adj" fmla="val 12500"/>
            </a:avLst>
          </a:prstGeom>
          <a:solidFill>
            <a:srgbClr val="ECE9E1"/>
          </a:solidFill>
          <a:ln w="12700">
            <a:solidFill>
              <a:srgbClr val="ECE9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4946904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의심 목록일 뿐입니다. LLM 이 코드로 확인한 것만 리뷰에 씁니다.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workflow.py · 설정값 (52~70줄)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코드를 몰라도 숫자만 바꾸면 되는 곳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1996995"/>
                <a:gridCol w="57690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기본값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언제 바꾸나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TEAM_INFO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화면에 보이는 조 이름·설명·예시 질문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INBOX_DIR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team3/inbox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소스 폴더 위치를 바꿀 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MAX_FILE_BYTES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1MB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더 큰 파일을 inbox 에 넣어야 할 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MAX_DIFF_CHARS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12,000자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 입력 길이 초과 오류가 나면 줄이기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MAX_SOURCE_CHARS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15,000자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설명 모드에서 같은 오류가 나면 줄이기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CONTEXT_LINES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바뀐 줄 앞뒤 문맥을 더 / 덜 보여줄 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MAX_HINTS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위험 의심 목록이 너무 길 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HISTORY_TURNS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이전 대화를 몇 개까지 LLM 에 보낼지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주황 줄 두 개가 사내 LLM 으로 처음 돌려볼 때 가장 먼저 조정할 값입니다.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prompts.py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LLM 에게 주는 지시문 6개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439269"/>
                <a:gridCol w="2551715"/>
                <a:gridCol w="510343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변수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쓰는 노드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핵심 지시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COMMON_RULES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분석 노드 3개 공통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코드에 없는 것은 지어내지 말고 행 번호로 근거 대기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ANALYZE_REQUEST_SYSTEM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analyze_request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JSON 으로만 답하기: 의도, 작업, 파일명, 관점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REVIEW_CHANGES_SYSTEM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review_changes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요약 → 변경 내역 → MES 영향 → 위험 → 테스트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EXPLAIN_SOURCE_SYSTEM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explain_source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요약 → 처리 흐름 → 데이터 → 주의할 부분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REQUEST_FILES_SYSTEM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request_files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빠진 것 + 소스 주는 방법 3가지 안내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FOLLOW_UP_SYSTEM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answer_follow_up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반복하지 말고 새로 물은 것에만 답하기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04748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답변이 이상하면 여기만 고칩니다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4132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문구만 바꾸면 되고 workflow.py 는 그대로 둡니다.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33008" y="4892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61608" y="504748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고치면 README 2장도 같이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61608" y="5413248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README 에 최종 프롬프트가 그대로 복사돼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나머지 파일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requirements.txt · README.md · inbox/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requirements.txt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설치할 파이썬 패키지 목록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6661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위쪽: 공용 패키지 9개 (수정 금지)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아래쪽: 조별 추가 구역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우리 조는 추가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difflib, re, pathlib 같은 기본 라이브러리만 사용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9202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README.md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774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평가받는 제출 문서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834640"/>
            <a:ext cx="296661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0장: 소스 넣는 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1장: State·노드·엣지·다이어그램·설계 이유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2장: 노드별 프롬프트, 개선 전→후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3장: 실행 캡처, 회고, 회의 기록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9202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inbox/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774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비교할 소스를 넣는 폴더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834640"/>
            <a:ext cx="296661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LotTrackIn_old.cs: 수정 전 데모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LotTrackIn.cs: 수정 후 데모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실제 소스는 수정 전 파일 이름 끝에 _old 를 붙여 넣기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A35E"/>
                </a:solidFill>
              </a:rPr>
              <a:t>시연 포인트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데모 소스에 일부러 심어둔 문제 4가지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</a:rPr>
              <a:t>LotTrackIn_old.cs → LotTrackIn.cs: Recipe 체크를 추가하면서 생긴 실수들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0A35E"/>
          </a:solidFill>
          <a:ln w="12700">
            <a:solidFill>
              <a:srgbClr val="F0A3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67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</a:rPr>
              <a:t>높음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Hold Lot 체크 삭제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06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</a:rPr>
              <a:t>Hold 된 Lot 도 Track-In 될 수 있음 (수정 전 29~30행)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0A35E"/>
          </a:solidFill>
          <a:ln w="12700">
            <a:solidFill>
              <a:srgbClr val="F0A3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82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</a:rPr>
              <a:t>높음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catch 의 throw; 와 에러 로그 삭제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520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</a:rPr>
              <a:t>실패해도 호출한 쪽은 성공한 줄 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965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8DB6E3"/>
          </a:solidFill>
          <a:ln w="12700">
            <a:solidFill>
              <a:srgbClr val="8DB6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965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</a:rPr>
              <a:t>중간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23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트랜잭션 안에 Thread.Sleep(500)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434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</a:rPr>
              <a:t>DB 잠금 시간이 늘어남 (수정 후 45행)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109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109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1EA"/>
                </a:solidFill>
              </a:rPr>
              <a:t>낮음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SELECT *, Console.WriteLine, TODO 주석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</a:rPr>
              <a:t>성능·정리 문제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수정 가이드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이걸 바꾸려면 어디를 고치나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2440771"/>
                <a:gridCol w="421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하고 싶은 것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위치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답변 형식·말투 바꾸기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prompts.py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해당 노드의 *_SYSTEM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모든 답변의 공통 규칙 바꾸기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prompts.py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COMMON_RULES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사내 코딩 규칙을 위험 패턴에 추가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ADDED_RULES, REMOVED_RULES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지원 확장자·언어 추가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CODE_EXTS, EXT_LANG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 입력 길이 오류 해결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workflow.py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MAX_DIFF_CHARS, MAX_SOURCE_CHARS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예시 질문 바꾸기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workflow.py + README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TEAM_INFO, README 맨 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노드 추가·분기 변경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workflow.py + README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build_graph(), route_after_load(), README 1장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회색 줄은 두 파일을 함께 고쳐야 합니다. README 의 설명과 실제 코드가 다르면 감점 요인입니다.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다음 단계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제출 전 남은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사내 LLM 으로 예시 질문 3개 실행 → screenshots/case1~3.png 캡처 (노드 배지 보이게)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17647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7647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423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README 2장 '개선 전→후' 표를 실제 출력으로 교체 (지금은 예상 시나리오 초안)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0" y="24505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0" y="24505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1089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README 3.1 실행 예시의 출력 요약 칸 채우기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0" y="31363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0" y="31363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7947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주제 선정 회의 기록을 바뀐 주제(MES 소스 분석)에 맞게 수정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0" y="38221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0" y="38221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4805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공용 앱에 파일 첨부 기능이 있는지 확인 (있으면 state 키 이름 맞추기)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0" y="45079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0" y="45079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5166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실제 업무 소스 1쌍으로 추가 테스트 (보안 규정 범위 안에서)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058400" y="5193792"/>
            <a:ext cx="1584655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0" y="5193792"/>
            <a:ext cx="1584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담당: ______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3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조 MES 소스 리뷰">
  <a:themeElements>
    <a:clrScheme name="3조 MES 소스 리뷰">
      <a:dk1>
        <a:srgbClr val="1B2433"/>
      </a:dk1>
      <a:lt1>
        <a:srgbClr val="FFFFFF"/>
      </a:lt1>
      <a:dk2>
        <a:srgbClr val="16202E"/>
      </a:dk2>
      <a:lt2>
        <a:srgbClr val="F6F5F1"/>
      </a:lt2>
      <a:accent1>
        <a:srgbClr val="B5561A"/>
      </a:accent1>
      <a:accent2>
        <a:srgbClr val="2F6FB2"/>
      </a:accent2>
      <a:accent3>
        <a:srgbClr val="B5561A"/>
      </a:accent3>
      <a:accent4>
        <a:srgbClr val="E3EDF8"/>
      </a:accent4>
      <a:accent5>
        <a:srgbClr val="FBEBDD"/>
      </a:accent5>
      <a:accent6>
        <a:srgbClr val="4D5866"/>
      </a:accent6>
      <a:hlink>
        <a:srgbClr val="2F6FB2"/>
      </a:hlink>
      <a:folHlink>
        <a:srgbClr val="4D5866"/>
      </a:folHlink>
    </a:clrScheme>
    <a:fontScheme name="3조 MES 소스 리뷰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3조 MES 소스 리뷰 선배봇 - 파일별 역할 설명</dc:title>
  <dc:subject>PptxGenJS Presentation</dc:subject>
  <dc:creator>3조</dc:creator>
  <cp:lastModifiedBy>3조</cp:lastModifiedBy>
  <cp:revision>1</cp:revision>
  <dcterms:created xsi:type="dcterms:W3CDTF">2026-10-27T02:26:01Z</dcterms:created>
  <dcterms:modified xsi:type="dcterms:W3CDTF">2026-10-27T02:26:01Z</dcterms:modified>
</cp:coreProperties>
</file>